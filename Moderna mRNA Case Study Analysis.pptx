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60" r:id="rId1"/>
  </p:sldMasterIdLst>
  <p:notesMasterIdLst>
    <p:notesMasterId r:id="rId2"/>
  </p:notes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y="18288000" cx="324993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4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0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1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84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85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86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87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88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89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90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91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92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93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1048594" name="Freeform 3"/>
            <p:cNvSpPr/>
            <p:nvPr/>
          </p:nvSpPr>
          <p:spPr>
            <a:xfrm rot="0" flipH="0" flipV="0">
              <a:off x="0" y="0"/>
              <a:ext cx="43349292" cy="24384000"/>
            </a:xfrm>
            <a:custGeom>
              <a:avLst/>
              <a:ah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xmlns:r="http://schemas.openxmlformats.org/officeDocument/2006/relationships" r:embed="rId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Moderna mRNA Case Study Analysis.pdf</dc:title>
  <dc:creator>RMX3867</dc:creator>
  <dcterms:created xsi:type="dcterms:W3CDTF">2006-08-15T13:00:00Z</dcterms:created>
  <dcterms:modified xsi:type="dcterms:W3CDTF">2026-06-21T09:23:28Z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8c0244f6f2ed4795b592d6d18f735fa9_23</vt:lpwstr>
  </property>
</Properties>
</file>